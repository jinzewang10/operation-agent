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7" name="闵 霞" initials="闵" lastIdx="1" clrIdx="6"/>
  <p:cmAuthor id="1" name="张世勇" initials="张" lastIdx="1" clrIdx="0"/>
  <p:cmAuthor id="8" name="lijinting01" initials="l" lastIdx="1" clrIdx="4"/>
  <p:cmAuthor id="2" name="赵明" initials="赵" lastIdx="4" clrIdx="1"/>
  <p:cmAuthor id="9" name="Administrator" initials="A" lastIdx="1" clrIdx="8"/>
  <p:cmAuthor id="3" name="陈青" initials="陈" lastIdx="4" clrIdx="2"/>
  <p:cmAuthor id="4" name="gongxuan" initials="g" lastIdx="2" clrIdx="3"/>
  <p:cmAuthor id="11" name="系统管理员131" initials="系" lastIdx="1" clrIdx="10"/>
  <p:cmAuthor id="5" name="郭培星" initials="郭" lastIdx="1" clrIdx="4"/>
  <p:cmAuthor id="12" name="杨建仁" initials="杨" lastIdx="1" clrIdx="11"/>
  <p:cmAuthor id="6" name="张志辉" initials="张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E7340C"/>
    <a:srgbClr val="FF1A00"/>
    <a:srgbClr val="E834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>
        <p:guide orient="horz" pos="22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260" y="52"/>
      </p:cViewPr>
      <p:guideLst/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20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/>
          <a:lstStyle>
            <a:lvl1pPr algn="r" eaLnBrk="1" hangingPunct="1">
              <a:buFont typeface="Arial" panose="020B0604020202020204" pitchFamily="34" charset="0"/>
              <a:buNone/>
              <a:defRPr noProof="1" dirty="0"/>
            </a:lvl1pPr>
          </a:lstStyle>
          <a:p>
            <a:pPr>
              <a:defRPr/>
            </a:pPr>
            <a:fld id="{56BE13ED-C59A-4CD7-9963-98099B3E6EFA}" type="datetime1">
              <a:rPr lang="zh-CN" altLang="en-US"/>
              <a:t>2026/2/27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单击此处编辑母版文本样式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第二级</a:t>
            </a:r>
          </a:p>
          <a:p>
            <a:pPr lvl="2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第三级</a:t>
            </a:r>
          </a:p>
          <a:p>
            <a:pPr lvl="3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第四级</a:t>
            </a:r>
          </a:p>
          <a:p>
            <a:pPr lvl="4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第五级</a:t>
            </a:r>
          </a:p>
        </p:txBody>
      </p:sp>
      <p:sp>
        <p:nvSpPr>
          <p:cNvPr id="20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anchor="b" anchorCtr="0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20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mtClean="0"/>
            </a:lvl1pPr>
          </a:lstStyle>
          <a:p>
            <a:pPr>
              <a:defRPr/>
            </a:pPr>
            <a:fld id="{4455B189-88C1-4CC6-80B5-863DE693366F}" type="slidenum">
              <a:rPr lang="zh-CN" altLang="en-US"/>
              <a:t>‹#›</a:t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lvl="1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lvl="2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lvl="3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lvl="4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defTabSz="0" fontAlgn="base">
      <a:defRPr sz="1200" kern="1200"/>
    </a:lvl6pPr>
    <a:lvl7pPr marL="2743200" lvl="6" indent="0" defTabSz="0" fontAlgn="base">
      <a:defRPr sz="1200" kern="1200"/>
    </a:lvl7pPr>
    <a:lvl8pPr marL="3200400" lvl="7" indent="0" defTabSz="0" fontAlgn="base">
      <a:defRPr sz="1200" kern="1200"/>
    </a:lvl8pPr>
    <a:lvl9pPr marL="3657600" lvl="8" indent="0" defTabSz="0" fontAlgn="base">
      <a:defRPr sz="1200" kern="1200"/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ICC PPT 0603-1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10215563" y="53975"/>
            <a:ext cx="1493837" cy="601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4" name="bk object 16"/>
          <p:cNvSpPr>
            <a:spLocks noChangeArrowheads="1"/>
          </p:cNvSpPr>
          <p:nvPr userDrawn="1"/>
        </p:nvSpPr>
        <p:spPr bwMode="auto">
          <a:xfrm>
            <a:off x="10248900" y="161925"/>
            <a:ext cx="1701800" cy="450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zh-CN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等线 Light" panose="02010600030101010101" pitchFamily="2" charset="-122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等线" panose="02010600030101010101" pitchFamily="2" charset="-122"/>
        </a:defRPr>
      </a:lvl1pPr>
      <a:lvl2pPr marL="685800" lvl="1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2pPr>
      <a:lvl3pPr marL="1143000" lvl="2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3pPr>
      <a:lvl4pPr marL="1600200" lvl="3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4pPr>
      <a:lvl5pPr marL="2057400" lvl="4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6pPr>
      <a:lvl7pPr marL="2971800" lvl="6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7pPr>
      <a:lvl8pPr marL="3429000" lvl="7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8pPr>
      <a:lvl9pPr marL="3886200" lvl="8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89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Jinze Wang</cp:lastModifiedBy>
  <cp:revision>87</cp:revision>
  <dcterms:created xsi:type="dcterms:W3CDTF">2021-05-31T15:35:00Z</dcterms:created>
  <dcterms:modified xsi:type="dcterms:W3CDTF">2026-02-27T06:16:45Z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66BB02BB4B8142158516F93911F3C349</vt:lpwstr>
  </property>
  <property fmtid="{D5CDD505-2E9C-101B-9397-08002B2CF9AE}" pid="3" name="KSOProductBuildVer">
    <vt:lpwstr>2052-11.8.2.12086</vt:lpwstr>
  </property>
  <property fmtid="{D5CDD505-2E9C-101B-9397-08002B2CF9AE}" pid="4" name="KSOSaveFontToCloudKey">
    <vt:lpwstr>365516300_cloud</vt:lpwstr>
  </property>
</Properties>
</file>